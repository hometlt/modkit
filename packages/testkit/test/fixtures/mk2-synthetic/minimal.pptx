
<file path=[Content_Types].xml><?xml version="1.0" encoding="utf-8"?>
<Types xmlns="http://schemas.openxmlformats.org/package/2006/content-types">
  <Default Extension="xml" ContentType="application/xml"/>
  <Override PartName="/ppt/presentation.xml" ContentType="application/xml"/>
</Types>
</file>

<file path=_rels/.rels><?xml version="1.0"?><Relationships xmlns="http://schemas.openxmlformats.org/package/2006/relationships"><Relationship Id="rId1" Type="urn:fixture:officeDocument" Target="ppt/presentation.xml"/></Relationships>
</file>

<file path=ppt/presentation.xml><?xml version="1.0" encoding="utf-8"?>
<p:presentation xmlns:p="urn:presentation">
  <p:sldIdLst>
    <p:sldId id="1"/>
  </p:sldIdLst>
</p:presentation>
</file>

<file path=ppt/slides/slide1.xml><?xml version="1.0" encoding="utf-8"?>
<p:sld xmlns:p="urn:presentation" xmlns:a="urn:drawing">
  <p:cSld>
    <p:spTree>
      <p:sp>
        <a:t>Hello PPTX</a:t>
      </p:sp>
    </p:spTree>
  </p:cSld>
</p:sld>
</file>